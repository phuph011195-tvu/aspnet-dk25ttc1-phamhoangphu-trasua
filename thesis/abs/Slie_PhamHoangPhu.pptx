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9150"/>
                </a:solidFill>
              </a:defRPr>
            </a:pPr>
            <a:r>
              <a:rPr sz="1800" b="1">
                <a:solidFill>
                  <a:srgbClr val="235F37"/>
                </a:solidFill>
              </a:rPr>
              <a:t>Trang chủ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Thiết kế giao diện</a:t>
            </a:r>
          </a:p>
          <a:p>
            <a:r>
              <a:rPr sz="1500">
                <a:solidFill>
                  <a:srgbClr val="505050"/>
                </a:solidFill>
              </a:rPr>
              <a:t>Giao diện website bán trà sữa hiện đại, bố cục rõ ràng.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063241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 dirty="0" err="1">
                <a:solidFill>
                  <a:srgbClr val="235F37"/>
                </a:solidFill>
              </a:rPr>
              <a:t>Sản</a:t>
            </a:r>
            <a:r>
              <a:rPr sz="1800" b="1" dirty="0">
                <a:solidFill>
                  <a:srgbClr val="235F37"/>
                </a:solidFill>
              </a:rPr>
              <a:t> </a:t>
            </a:r>
            <a:r>
              <a:rPr sz="1800" b="1" dirty="0" err="1">
                <a:solidFill>
                  <a:srgbClr val="235F37"/>
                </a:solidFill>
              </a:rPr>
              <a:t>phẩm</a:t>
            </a:r>
            <a:r>
              <a:rPr sz="1800" b="1" dirty="0">
                <a:solidFill>
                  <a:srgbClr val="235F37"/>
                </a:solidFill>
              </a:rPr>
              <a:t> </a:t>
            </a:r>
            <a:r>
              <a:rPr sz="1800" b="1" dirty="0" err="1">
                <a:solidFill>
                  <a:srgbClr val="235F37"/>
                </a:solidFill>
              </a:rPr>
              <a:t>nổi</a:t>
            </a:r>
            <a:r>
              <a:rPr sz="1800" b="1" dirty="0">
                <a:solidFill>
                  <a:srgbClr val="235F37"/>
                </a:solidFill>
              </a:rPr>
              <a:t> </a:t>
            </a:r>
            <a:r>
              <a:rPr sz="1800" b="1" dirty="0" err="1">
                <a:solidFill>
                  <a:srgbClr val="235F37"/>
                </a:solidFill>
              </a:rPr>
              <a:t>bật</a:t>
            </a:r>
            <a:endParaRPr sz="1800" b="1" dirty="0">
              <a:solidFill>
                <a:srgbClr val="235F37"/>
              </a:solidFill>
            </a:endParaRPr>
          </a:p>
          <a:p>
            <a:r>
              <a:rPr sz="1500" dirty="0">
                <a:solidFill>
                  <a:srgbClr val="505050"/>
                </a:solidFill>
              </a:rPr>
              <a:t>Hiển </a:t>
            </a:r>
            <a:r>
              <a:rPr sz="1500" dirty="0" err="1">
                <a:solidFill>
                  <a:srgbClr val="505050"/>
                </a:solidFill>
              </a:rPr>
              <a:t>thị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hình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ảnh</a:t>
            </a:r>
            <a:r>
              <a:rPr sz="1500" dirty="0">
                <a:solidFill>
                  <a:srgbClr val="505050"/>
                </a:solidFill>
              </a:rPr>
              <a:t>, </a:t>
            </a:r>
            <a:r>
              <a:rPr sz="1500" dirty="0" err="1">
                <a:solidFill>
                  <a:srgbClr val="505050"/>
                </a:solidFill>
              </a:rPr>
              <a:t>tên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sản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phẩm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và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giá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bán</a:t>
            </a:r>
            <a:r>
              <a:rPr sz="1500" dirty="0">
                <a:solidFill>
                  <a:srgbClr val="505050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80060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 dirty="0" err="1">
                <a:solidFill>
                  <a:srgbClr val="235F37"/>
                </a:solidFill>
              </a:rPr>
              <a:t>Giỏ</a:t>
            </a:r>
            <a:r>
              <a:rPr sz="1800" b="1" dirty="0">
                <a:solidFill>
                  <a:srgbClr val="235F37"/>
                </a:solidFill>
              </a:rPr>
              <a:t> </a:t>
            </a:r>
            <a:r>
              <a:rPr sz="1800" b="1" dirty="0" err="1">
                <a:solidFill>
                  <a:srgbClr val="235F37"/>
                </a:solidFill>
              </a:rPr>
              <a:t>hàng</a:t>
            </a:r>
            <a:endParaRPr sz="1800" b="1" dirty="0">
              <a:solidFill>
                <a:srgbClr val="235F37"/>
              </a:solidFill>
            </a:endParaRPr>
          </a:p>
          <a:p>
            <a:r>
              <a:rPr sz="1500" dirty="0" err="1">
                <a:solidFill>
                  <a:srgbClr val="505050"/>
                </a:solidFill>
              </a:rPr>
              <a:t>Khách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hàng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dễ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dàng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thêm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sản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phẩm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để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đặt</a:t>
            </a:r>
            <a:r>
              <a:rPr sz="1500" dirty="0">
                <a:solidFill>
                  <a:srgbClr val="505050"/>
                </a:solidFill>
              </a:rPr>
              <a:t> </a:t>
            </a:r>
            <a:r>
              <a:rPr sz="1500" dirty="0" err="1">
                <a:solidFill>
                  <a:srgbClr val="505050"/>
                </a:solidFill>
              </a:rPr>
              <a:t>hàng</a:t>
            </a:r>
            <a:r>
              <a:rPr sz="1500" dirty="0">
                <a:solidFill>
                  <a:srgbClr val="505050"/>
                </a:solidFill>
              </a:rPr>
              <a:t>.</a:t>
            </a:r>
          </a:p>
        </p:txBody>
      </p:sp>
      <p:pic>
        <p:nvPicPr>
          <p:cNvPr id="6" name="Picture 5" descr="image(1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7132320" cy="6494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7841"/>
                </a:solidFill>
              </a:defRPr>
            </a:pPr>
            <a:r>
              <a:t>Trasuamon | Website bán trà sữa ASP.NET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28600"/>
            <a:ext cx="1645920" cy="32004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8246"/>
                </a:solidFill>
              </a:defRPr>
            </a:pPr>
            <a:r>
              <a:t>TRASUAMON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474720" y="1645920"/>
            <a:ext cx="640080" cy="164951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40" y="3558093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5385995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9150"/>
                </a:solidFill>
              </a:defRPr>
            </a:pPr>
            <a:r>
              <a:rPr sz="1800" b="1">
                <a:solidFill>
                  <a:srgbClr val="235F37"/>
                </a:solidFill>
              </a:rPr>
              <a:t>Danh sách sản phẩm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Menu trà sữa</a:t>
            </a:r>
          </a:p>
          <a:p>
            <a:r>
              <a:rPr sz="1500">
                <a:solidFill>
                  <a:srgbClr val="505050"/>
                </a:solidFill>
              </a:rPr>
              <a:t>Danh sách nhiều loại trà sữa và topping.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7099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Thông tin sản phẩm</a:t>
            </a:r>
          </a:p>
          <a:p>
            <a:r>
              <a:rPr sz="1500">
                <a:solidFill>
                  <a:srgbClr val="505050"/>
                </a:solidFill>
              </a:rPr>
              <a:t>Hiển thị hình ảnh, tên và giá.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34340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Trải nghiệm người dùng</a:t>
            </a:r>
          </a:p>
          <a:p>
            <a:r>
              <a:rPr sz="1500">
                <a:solidFill>
                  <a:srgbClr val="505050"/>
                </a:solidFill>
              </a:rPr>
              <a:t>Dễ dàng lựa chọn sản phẩm.</a:t>
            </a:r>
          </a:p>
        </p:txBody>
      </p:sp>
      <p:pic>
        <p:nvPicPr>
          <p:cNvPr id="6" name="Picture 5" descr="image(14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29" y="777240"/>
            <a:ext cx="6373906" cy="5726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7841"/>
                </a:solidFill>
              </a:defRPr>
            </a:pPr>
            <a:r>
              <a:t>Trasuamon | Website bán trà sữa ASP.NET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28600"/>
            <a:ext cx="1645920" cy="32004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8246"/>
                </a:solidFill>
              </a:defRPr>
            </a:pPr>
            <a:r>
              <a:t>TRASUAMON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1645920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3228190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4875007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9150"/>
                </a:solidFill>
              </a:defRPr>
            </a:pPr>
            <a:r>
              <a:rPr sz="1800" b="1">
                <a:solidFill>
                  <a:srgbClr val="235F37"/>
                </a:solidFill>
              </a:rPr>
              <a:t>Chi tiết sản phẩm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Thông tin món uống</a:t>
            </a:r>
          </a:p>
          <a:p>
            <a:r>
              <a:rPr sz="1500">
                <a:solidFill>
                  <a:srgbClr val="505050"/>
                </a:solidFill>
              </a:rPr>
              <a:t>Hiển thị ảnh, mô tả và giá sản phẩm.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018416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Lựa chọn mua hàng</a:t>
            </a:r>
          </a:p>
          <a:p>
            <a:r>
              <a:rPr sz="1500">
                <a:solidFill>
                  <a:srgbClr val="505050"/>
                </a:solidFill>
              </a:rPr>
              <a:t>Thêm sản phẩm vào giỏ hàng.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64336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Giao diện trực quan</a:t>
            </a:r>
          </a:p>
          <a:p>
            <a:r>
              <a:rPr sz="1500">
                <a:solidFill>
                  <a:srgbClr val="505050"/>
                </a:solidFill>
              </a:rPr>
              <a:t>Thiết kế đơn giản, dễ sử dụng.</a:t>
            </a:r>
          </a:p>
        </p:txBody>
      </p:sp>
      <p:pic>
        <p:nvPicPr>
          <p:cNvPr id="6" name="Picture 5" descr="image(1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02920"/>
            <a:ext cx="7132320" cy="6494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7841"/>
                </a:solidFill>
              </a:defRPr>
            </a:pPr>
            <a:r>
              <a:t>Trasuamon | Website bán trà sữa ASP.NET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28600"/>
            <a:ext cx="1645920" cy="32004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8246"/>
                </a:solidFill>
              </a:defRPr>
            </a:pPr>
            <a:r>
              <a:t>TRASUAMON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1645920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98433" y="3587675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5121536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8246"/>
                </a:solidFill>
              </a:defRPr>
            </a:pPr>
            <a:r>
              <a:t>Giỏ hàng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" y="1570614"/>
            <a:ext cx="3200400" cy="91440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8246"/>
                </a:solidFill>
              </a:defRPr>
            </a:pPr>
            <a:r>
              <a:t>Quản lý sản phẩm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Hiển thị món, đơn giá, số lượng và thành tiền.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0659" y="2834639"/>
            <a:ext cx="3200400" cy="91440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8246"/>
                </a:solidFill>
              </a:defRPr>
            </a:pPr>
            <a:r>
              <a:t>Tổng đơn hàng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Tự động tính tạm tính và tổng tiền thanh toán.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659" y="4098664"/>
            <a:ext cx="3200400" cy="91440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8246"/>
                </a:solidFill>
              </a:defRPr>
            </a:pPr>
            <a:r>
              <a:rPr dirty="0"/>
              <a:t>Thông tin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  <a:p>
            <a:pPr>
              <a:defRPr sz="1400">
                <a:solidFill>
                  <a:srgbClr val="464646"/>
                </a:solidFill>
              </a:defRPr>
            </a:pP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68580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Chèn ảnh giao diện giỏ hàng tại đây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endParaRPr/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Danh sách sản phẩm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Tổng đơn hàng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Thông tin giao hàng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Nút đặt hàng &amp; In Bill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AA745A-3248-62AE-D24E-3B9288CC5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210" y="843573"/>
            <a:ext cx="7811590" cy="48965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8246"/>
                </a:solidFill>
              </a:defRPr>
            </a:pPr>
            <a:r>
              <a:t>Đặt hàng &amp; In Bill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200400" cy="91440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8246"/>
                </a:solidFill>
              </a:defRPr>
            </a:pPr>
            <a:r>
              <a:t>Kiểm tra đơn hàng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Khách hàng kiểm tra sản phẩm trước khi thanh toán.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3200400" cy="91440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8246"/>
                </a:solidFill>
              </a:defRPr>
            </a:pPr>
            <a:r>
              <a:t>Tiến hành đặt hàng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Xác nhận đơn hàng và hoàn tất mua hàng.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3200400" cy="91440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8246"/>
                </a:solidFill>
              </a:defRPr>
            </a:pPr>
            <a:r>
              <a:t>Xuất hóa đơn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Hỗ trợ in bill sau khi đặt hàng thành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914400"/>
            <a:ext cx="685800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464646"/>
                </a:solidFill>
              </a:defRPr>
            </a:pPr>
            <a:r>
              <a:t>Chèn ảnh giao diện giỏ hàng tại đây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endParaRPr/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Danh sách sản phẩm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Tổng đơn hàng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Thông tin giao hàng</a:t>
            </a:r>
          </a:p>
          <a:p>
            <a:pPr>
              <a:defRPr sz="1800">
                <a:solidFill>
                  <a:srgbClr val="464646"/>
                </a:solidFill>
              </a:defRPr>
            </a:pPr>
            <a:r>
              <a:t>- Nút đặt hàng &amp; In Bill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203500-BC65-D098-DBC2-F71FD33A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210" y="614973"/>
            <a:ext cx="7811590" cy="4896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8246"/>
                </a:solidFill>
              </a:defRPr>
            </a:pPr>
            <a:r>
              <a:t>Quản lý danh mục sản phẩm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200400" cy="86868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464646"/>
                </a:solidFill>
              </a:defRPr>
            </a:pPr>
            <a:r>
              <a:t>Quản lý danh mục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Hiển thị danh sách các loại trà sữa và sản phẩm.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3200400" cy="86868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464646"/>
                </a:solidFill>
              </a:defRPr>
            </a:pPr>
            <a:r>
              <a:t>Thêm danh mục mới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Admin có thể tạo thêm danh mục sản phẩm.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3200400" cy="86868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464646"/>
                </a:solidFill>
              </a:defRPr>
            </a:pPr>
            <a:r>
              <a:t>Xóa danh mục</a:t>
            </a:r>
          </a:p>
          <a:p>
            <a:pPr>
              <a:defRPr sz="1400">
                <a:solidFill>
                  <a:srgbClr val="464646"/>
                </a:solidFill>
              </a:defRPr>
            </a:pPr>
            <a:r>
              <a:t>Hỗ trợ xóa các danh mục không còn sử dụng.</a:t>
            </a:r>
          </a:p>
        </p:txBody>
      </p:sp>
      <p:pic>
        <p:nvPicPr>
          <p:cNvPr id="6" name="Picture 5" descr="image(1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914400"/>
            <a:ext cx="6675120" cy="253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9150"/>
                </a:solidFill>
              </a:defRPr>
            </a:pPr>
            <a:r>
              <a:rPr sz="1800" b="1">
                <a:solidFill>
                  <a:srgbClr val="235F37"/>
                </a:solidFill>
              </a:rPr>
              <a:t>Tổng kết dự 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Website hoàn chỉnh</a:t>
            </a:r>
          </a:p>
          <a:p>
            <a:r>
              <a:rPr sz="1500">
                <a:solidFill>
                  <a:srgbClr val="505050"/>
                </a:solidFill>
              </a:rPr>
              <a:t>Xây dựng website bán trà sữa MON.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Chức năng chính</a:t>
            </a:r>
          </a:p>
          <a:p>
            <a:r>
              <a:rPr sz="1500">
                <a:solidFill>
                  <a:srgbClr val="505050"/>
                </a:solidFill>
              </a:rPr>
              <a:t>Sản phẩm, giỏ hàng, quản trị.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37560"/>
            <a:ext cx="3200400" cy="914400"/>
          </a:xfrm>
          <a:prstGeom prst="roundRect">
            <a:avLst/>
          </a:prstGeom>
          <a:solidFill>
            <a:srgbClr val="DCF5E6"/>
          </a:solidFill>
          <a:ln>
            <a:solidFill>
              <a:srgbClr val="00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rPr sz="1800" b="1">
                <a:solidFill>
                  <a:srgbClr val="235F37"/>
                </a:solidFill>
              </a:rPr>
              <a:t>Mục tiêu</a:t>
            </a:r>
          </a:p>
          <a:p>
            <a:r>
              <a:rPr sz="1500">
                <a:solidFill>
                  <a:srgbClr val="505050"/>
                </a:solidFill>
              </a:rPr>
              <a:t>Mang lại trải nghiệm mua hàng thuận tiện.</a:t>
            </a:r>
          </a:p>
        </p:txBody>
      </p:sp>
      <p:pic>
        <p:nvPicPr>
          <p:cNvPr id="6" name="Picture 5" descr="image(1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7132320" cy="6494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7841"/>
                </a:solidFill>
              </a:defRPr>
            </a:pPr>
            <a:r>
              <a:t>Trasuamon | Website bán trà sữa ASP.NET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28600"/>
            <a:ext cx="1645920" cy="320040"/>
          </a:xfrm>
          <a:prstGeom prst="roundRect">
            <a:avLst/>
          </a:prstGeom>
          <a:solidFill>
            <a:srgbClr val="E1F5E8"/>
          </a:solidFill>
          <a:ln>
            <a:solidFill>
              <a:srgbClr val="00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8246"/>
                </a:solidFill>
              </a:defRPr>
            </a:pPr>
            <a:r>
              <a:t>TRASUAMON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1645920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74720" y="2834640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74720" y="4023360"/>
            <a:ext cx="548640" cy="0"/>
          </a:xfrm>
          <a:prstGeom prst="line">
            <a:avLst/>
          </a:prstGeom>
          <a:ln w="25400">
            <a:solidFill>
              <a:srgbClr val="00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414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Pham Hoang Phu</cp:lastModifiedBy>
  <cp:revision>2</cp:revision>
  <dcterms:created xsi:type="dcterms:W3CDTF">2013-01-27T09:14:16Z</dcterms:created>
  <dcterms:modified xsi:type="dcterms:W3CDTF">2026-07-28T15:00:38Z</dcterms:modified>
  <cp:category/>
</cp:coreProperties>
</file>